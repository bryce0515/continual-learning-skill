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228600"/>
            <a:ext cx="35349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619125"/>
            <a:ext cx="3534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LOOP FOR CLAUDE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51" y="1389381"/>
            <a:ext cx="586649" cy="42134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99506" y="2640227"/>
            <a:ext cx="421339" cy="586649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76801" y="3548431"/>
            <a:ext cx="586649" cy="42134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78456" y="1306727"/>
            <a:ext cx="421340" cy="586649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7000" y="2476500"/>
            <a:ext cx="888950" cy="25301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46450" y="1650950"/>
            <a:ext cx="1746200" cy="1746200"/>
          </a:xfrm>
          <a:prstGeom prst="roundRect">
            <a:avLst>
              <a:gd name="adj" fmla="val 52365"/>
            </a:avLst>
          </a:prstGeom>
          <a:solidFill>
            <a:srgbClr val="161B22"/>
          </a:solidFill>
          <a:ln w="476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6245" y="2314426"/>
            <a:ext cx="846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96245" y="2504926"/>
            <a:ext cx="84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96245" y="2619226"/>
            <a:ext cx="84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8850" y="952500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61B22"/>
          </a:solidFill>
          <a:ln w="38100">
            <a:solidFill>
              <a:srgbClr val="F088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6715" y="118898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9500" y="1739801"/>
            <a:ext cx="1269950" cy="355402"/>
          </a:xfrm>
          <a:prstGeom prst="roundRect">
            <a:avLst>
              <a:gd name="adj" fmla="val 142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84524" y="1790551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84524" y="1949202"/>
            <a:ext cx="11399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CLAUDE.md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94350" y="2031950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61B22"/>
          </a:solidFill>
          <a:ln w="38100">
            <a:solidFill>
              <a:srgbClr val="A371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2215" y="226843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2819251"/>
            <a:ext cx="1269950" cy="355402"/>
          </a:xfrm>
          <a:prstGeom prst="roundRect">
            <a:avLst>
              <a:gd name="adj" fmla="val 142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80024" y="287000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HOOK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80024" y="3028652"/>
            <a:ext cx="11399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Auto-captures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98850" y="3555950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61B22"/>
          </a:solidFill>
          <a:ln w="38100">
            <a:solidFill>
              <a:srgbClr val="7EE78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96715" y="379243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19500" y="4343251"/>
            <a:ext cx="1269950" cy="488752"/>
          </a:xfrm>
          <a:prstGeom prst="roundRect">
            <a:avLst>
              <a:gd name="adj" fmla="val 103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84524" y="4394002"/>
            <a:ext cx="1139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CLAUDE-learned.md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84524" y="4686002"/>
            <a:ext cx="11399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accumulate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39801" y="2031950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61B22"/>
          </a:solidFill>
          <a:ln w="38100">
            <a:solidFill>
              <a:srgbClr val="79C0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37665" y="2268438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0450" y="2819251"/>
            <a:ext cx="1269950" cy="355402"/>
          </a:xfrm>
          <a:prstGeom prst="roundRect">
            <a:avLst>
              <a:gd name="adj" fmla="val 1429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25475" y="287000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/learn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25475" y="3028652"/>
            <a:ext cx="11399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+ Consolidate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79950" y="1206401"/>
            <a:ext cx="390674" cy="171450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81451" y="1244501"/>
            <a:ext cx="191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32450" y="3174950"/>
            <a:ext cx="341412" cy="171450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3951" y="3213050"/>
            <a:ext cx="1411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936950" y="4191000"/>
            <a:ext cx="444996" cy="171450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038451" y="4229100"/>
            <a:ext cx="2468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69950" y="3174950"/>
            <a:ext cx="573435" cy="171450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71451" y="3213050"/>
            <a:ext cx="377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runs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67000" y="2222450"/>
            <a:ext cx="820192" cy="171450"/>
          </a:xfrm>
          <a:prstGeom prst="roundRect">
            <a:avLst>
              <a:gd name="adj" fmla="val 2222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768501" y="2260550"/>
            <a:ext cx="6295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/learn promote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002482" y="4676775"/>
            <a:ext cx="5139035" cy="314325"/>
          </a:xfrm>
          <a:prstGeom prst="roundRect">
            <a:avLst>
              <a:gd name="adj" fmla="val 1616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168021" y="4762500"/>
            <a:ext cx="480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compounds with each cycle. Every session makes the next one smarter.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Continual Learning Workflow v2</dc:title>
  <dc:subject>Knowledge capture automation</dc:subject>
  <dc:creator>Claude Code</dc:creator>
  <cp:lastModifiedBy>Claude Code</cp:lastModifiedBy>
  <cp:revision>1</cp:revision>
  <dcterms:created xsi:type="dcterms:W3CDTF">2026-01-27T21:49:43Z</dcterms:created>
  <dcterms:modified xsi:type="dcterms:W3CDTF">2026-01-27T21:49:43Z</dcterms:modified>
</cp:coreProperties>
</file>